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34e2f17cd4559" /><Relationship Type="http://schemas.openxmlformats.org/officeDocument/2006/relationships/extended-properties" Target="/docProps/app.xml" Id="R8889596ba99b47a1" /><Relationship Type="http://schemas.openxmlformats.org/officeDocument/2006/relationships/officeDocument" Target="/ppt/presentation.xml" Id="R22440022daa148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e110b34b64e7a"/>
  </p:sldMasterIdLst>
  <p:notesMasterIdLst>
    <p:notesMasterId xmlns:r="http://schemas.openxmlformats.org/officeDocument/2006/relationships" r:id="Ra7ec44ac18d44338"/>
  </p:notesMasterIdLst>
  <p:sldIdLst>
    <p:sldId xmlns:r="http://schemas.openxmlformats.org/officeDocument/2006/relationships" id="256" r:id="R74401f9d23054b20"/>
    <p:sldId xmlns:r="http://schemas.openxmlformats.org/officeDocument/2006/relationships" id="257" r:id="Rdd047e821f194cbe"/>
    <p:sldId xmlns:r="http://schemas.openxmlformats.org/officeDocument/2006/relationships" id="258" r:id="R1d9aa534705e4db7"/>
    <p:sldId xmlns:r="http://schemas.openxmlformats.org/officeDocument/2006/relationships" id="259" r:id="Rda562cc021144151"/>
    <p:sldId xmlns:r="http://schemas.openxmlformats.org/officeDocument/2006/relationships" id="260" r:id="R7c1e8faa256a404b"/>
    <p:sldId xmlns:r="http://schemas.openxmlformats.org/officeDocument/2006/relationships" id="261" r:id="R4ef158a2c13c4955"/>
    <p:sldId xmlns:r="http://schemas.openxmlformats.org/officeDocument/2006/relationships" id="262" r:id="Rdb93d9300eef44c2"/>
    <p:sldId xmlns:r="http://schemas.openxmlformats.org/officeDocument/2006/relationships" id="263" r:id="R43c9f71d46834a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3f7aea927f49be" /><Relationship Type="http://schemas.openxmlformats.org/officeDocument/2006/relationships/slideMaster" Target="/ppt/slideMasters/slideMaster1.xml" Id="R4a6e110b34b64e7a" /><Relationship Type="http://schemas.openxmlformats.org/officeDocument/2006/relationships/notesMaster" Target="/ppt/notesMasters/notesMaster1.xml" Id="Ra7ec44ac18d44338" /><Relationship Type="http://schemas.openxmlformats.org/officeDocument/2006/relationships/presProps" Target="/ppt/presProps.xml" Id="Rf4f0b5a81a9b49e7" /><Relationship Type="http://schemas.openxmlformats.org/officeDocument/2006/relationships/viewProps" Target="/ppt/viewProps.xml" Id="R3199f40dae114f6d" /><Relationship Type="http://schemas.openxmlformats.org/officeDocument/2006/relationships/tableStyles" Target="/ppt/tableStyles.xml" Id="R6b6f7150a0ef445e" /><Relationship Type="http://schemas.openxmlformats.org/officeDocument/2006/relationships/slide" Target="/ppt/slides/slide1.xml" Id="R74401f9d23054b20" /><Relationship Type="http://schemas.openxmlformats.org/officeDocument/2006/relationships/slide" Target="/ppt/slides/slide2.xml" Id="Rdd047e821f194cbe" /><Relationship Type="http://schemas.openxmlformats.org/officeDocument/2006/relationships/slide" Target="/ppt/slides/slide3.xml" Id="R1d9aa534705e4db7" /><Relationship Type="http://schemas.openxmlformats.org/officeDocument/2006/relationships/slide" Target="/ppt/slides/slide4.xml" Id="Rda562cc021144151" /><Relationship Type="http://schemas.openxmlformats.org/officeDocument/2006/relationships/slide" Target="/ppt/slides/slide5.xml" Id="R7c1e8faa256a404b" /><Relationship Type="http://schemas.openxmlformats.org/officeDocument/2006/relationships/slide" Target="/ppt/slides/slide6.xml" Id="R4ef158a2c13c4955" /><Relationship Type="http://schemas.openxmlformats.org/officeDocument/2006/relationships/slide" Target="/ppt/slides/slide7.xml" Id="Rdb93d9300eef44c2" /><Relationship Type="http://schemas.openxmlformats.org/officeDocument/2006/relationships/slide" Target="/ppt/slides/slide8.xml" Id="R43c9f71d4683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8b47695df647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10884ca5845db" /><Relationship Type="http://schemas.openxmlformats.org/officeDocument/2006/relationships/notesMaster" Target="/ppt/notesMasters/notesMaster1.xml" Id="Rde21977e722a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f4c6added4ac7" /><Relationship Type="http://schemas.openxmlformats.org/officeDocument/2006/relationships/notesMaster" Target="/ppt/notesMasters/notesMaster1.xml" Id="R0252fcf9794f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141af614034804" /><Relationship Type="http://schemas.openxmlformats.org/officeDocument/2006/relationships/notesMaster" Target="/ppt/notesMasters/notesMaster1.xml" Id="R5089214cf37e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12b88b20f6474c" /><Relationship Type="http://schemas.openxmlformats.org/officeDocument/2006/relationships/notesMaster" Target="/ppt/notesMasters/notesMaster1.xml" Id="R2f4c5d05e6fb41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fff1804954e76" /><Relationship Type="http://schemas.openxmlformats.org/officeDocument/2006/relationships/notesMaster" Target="/ppt/notesMasters/notesMaster1.xml" Id="R802f27da94b342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4bc7385cc44ef" /><Relationship Type="http://schemas.openxmlformats.org/officeDocument/2006/relationships/notesMaster" Target="/ppt/notesMasters/notesMaster1.xml" Id="R8a5adb6ab69b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1deffe0b9f4417" /><Relationship Type="http://schemas.openxmlformats.org/officeDocument/2006/relationships/notesMaster" Target="/ppt/notesMasters/notesMaster1.xml" Id="R9455bba5730f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ac7ec660c14c60" /><Relationship Type="http://schemas.openxmlformats.org/officeDocument/2006/relationships/notesMaster" Target="/ppt/notesMasters/notesMaster1.xml" Id="R5b682dcac91046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facafe9e1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55d4522f440d1" /><Relationship Type="http://schemas.openxmlformats.org/officeDocument/2006/relationships/slideLayout" Target="/ppt/slideLayouts/slideLayout1.xml" Id="R618c64fb3b44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8c64fb3b44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b7614b532478b" /><Relationship Type="http://schemas.openxmlformats.org/officeDocument/2006/relationships/image" Target="/ppt/media/image.png" Id="R7ec14f9403ec409d" /><Relationship Type="http://schemas.openxmlformats.org/officeDocument/2006/relationships/notesSlide" Target="/ppt/notesSlides/notesSlide1.xml" Id="R3d4d53aa1911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bdb40321546eb" /><Relationship Type="http://schemas.openxmlformats.org/officeDocument/2006/relationships/image" Target="/ppt/media/image2.png" Id="Rf628798b0a184546" /><Relationship Type="http://schemas.openxmlformats.org/officeDocument/2006/relationships/notesSlide" Target="/ppt/notesSlides/notesSlide2.xml" Id="R90a7626ab17c4a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efe65f77f49c0" /><Relationship Type="http://schemas.openxmlformats.org/officeDocument/2006/relationships/notesSlide" Target="/ppt/notesSlides/notesSlide3.xml" Id="R2c844579803a41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f699569914b7b" /><Relationship Type="http://schemas.openxmlformats.org/officeDocument/2006/relationships/notesSlide" Target="/ppt/notesSlides/notesSlide4.xml" Id="R134e3c51f498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982240aa34e45" /><Relationship Type="http://schemas.openxmlformats.org/officeDocument/2006/relationships/notesSlide" Target="/ppt/notesSlides/notesSlide5.xml" Id="Rf2ee1b2e4897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a40708bf9402d" /><Relationship Type="http://schemas.openxmlformats.org/officeDocument/2006/relationships/notesSlide" Target="/ppt/notesSlides/notesSlide6.xml" Id="R1c590a6f1f1e4e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d6db1e0234c6e" /><Relationship Type="http://schemas.openxmlformats.org/officeDocument/2006/relationships/image" Target="/ppt/media/image3.png" Id="R67a6245082ed479b" /><Relationship Type="http://schemas.openxmlformats.org/officeDocument/2006/relationships/image" Target="/ppt/media/image4.png" Id="Rbdee080144424f36" /><Relationship Type="http://schemas.openxmlformats.org/officeDocument/2006/relationships/notesSlide" Target="/ppt/notesSlides/notesSlide7.xml" Id="Red9759c58340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5aa950b5c4766" /><Relationship Type="http://schemas.openxmlformats.org/officeDocument/2006/relationships/notesSlide" Target="/ppt/notesSlides/notesSlide8.xml" Id="Rddd59ab17ce242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A4D996-AFF9-4EF2-A610-A9E3420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8AE67FF0-E66A-4996-8096-9FD85F65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47855A30-D37E-4A5C-8084-5108C355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VS CODE MODEL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F4410-7F38-4DA4-A17C-F3F5D970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581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rPr>
              <a:t>New AI models enter VS Code through a managed model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75EE1-EC0E-4BF2-8A82-1AFA2A1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81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The practical choice is not "Copilot or custom". It is whether a team can configure a provider in the Language Models editor, or needs to ship a provider extension that owns discovery, credentials, streaming, and token counting.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329D2-E07E-4A3E-A674-40B13924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467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12168-9B5C-4080-BBBC-6CDFCB39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A791A-C661-4258-9533-6A4BF49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Built-in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C44A3-9595-489D-9759-281F65F6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290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Azure, Anthropic, Gemini, OpenAI, and others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DCEB1-8FB4-45BA-A25E-944ADC94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D0F09-BBDD-4430-B142-7090A02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Custom 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053C4-CD0C-4F09-A84E-5FD96D9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29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Chat Completions, Responses, or Messages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B2FA8-6689-43E3-ADC6-F5EB6FF7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2CFEE-A6C4-4650-83BE-8EB68AD9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Provider 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39700-7A2B-4608-96BC-70C1622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291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Marketplace or internal extension contributes models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14f9403ec409d"/>
          <a:stretch xmlns:a="http://schemas.openxmlformats.org/drawingml/2006/main"/>
        </p:blipFill>
        <p:spPr>
          <a:xfrm xmlns:a="http://schemas.openxmlformats.org/drawingml/2006/main">
            <a:off x="6838950" y="2051304"/>
            <a:ext cx="4476750" cy="250774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F1073-C3FA-4A84-9413-3988F023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578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Screenshot: official VS Code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49F0B-8EE0-431B-BE73-64A6A08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code.visualstudio.com/docs/agent-customization/language-models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B6685-8D4E-4ADD-B579-B718D05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48297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1FB92-8B2F-4B4E-AD51-2BD9D18B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40CA239E-3CFB-44E7-896E-8FC2960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AAF3AC0D-B292-40A6-9DEA-B5442176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CONFIGURATION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92818-E723-4413-AE61-1F1EDE1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Most teams add a model first through Manage Language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5F949-B5DA-47CD-AA7D-49CF746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VS Code exposes a Language Models editor where users can view providers, hide/show picker entries, pin favorites, and add models from built-in providers, custom endpoints, or provider extensions.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8798b0a184546"/>
          <a:stretch xmlns:a="http://schemas.openxmlformats.org/drawingml/2006/main"/>
        </p:blipFill>
        <p:spPr>
          <a:xfrm xmlns:a="http://schemas.openxmlformats.org/drawingml/2006/main">
            <a:off x="552450" y="2961388"/>
            <a:ext cx="6667500" cy="2554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2FF59-65ED-4594-8833-00AD88CB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38F29-FE59-4E6A-989D-0BBC9AD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04CD3-1E96-44A3-A05E-6E8D0DE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BF14A-D148-4E96-B521-C5233B6D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Chat: Manage Language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73DBA-AD4F-4AE3-A114-0381CF3B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336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B5DF9-49E6-4FD1-9743-D92DBCD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F8A1A-77BE-464D-8FE7-424DF1F0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Add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F32A1-FD06-4263-A2DA-611FD96F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Select Add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48651-85E7-4AC1-A390-F5F016B1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A7950-2660-4C45-9619-088D708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1B13A-EA46-4B79-B606-1466381B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5AED8-82F7-4777-A4DC-C5C79F6B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909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Key, endpoint, API type,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B404C-4055-41C2-9CF9-B86363AF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2DB14-3472-469D-8846-4EFC25C1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F5CEB-023F-43F3-9C6C-BF1A6D0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6EC25-7AAA-4319-9B0A-0103E9A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05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Choose the model in 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FB150-3097-4EE8-9174-59E7D42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VS Code docs, Language Models editor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82FCA-222F-42B2-92C8-C914DD3C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5407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AC1F7-9FB1-4879-B6E8-C7CFE766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17A26F72-8774-495E-B0E2-1F9EAAB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BD15061-CB9D-4561-ABB5-2A3EB58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BYOK MODEL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E1AF6-2EE7-4F8E-A3C8-8B69D6C6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rPr>
              <a:t>A configured model is a named endpoint plus declared capabilities.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B4CAA-FBDB-4BD9-B4FD-E56345EF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VS Code stores BYOK model details in chatLanguageModels.json when extra configuration is required. Capabilities decide which surfaces can use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A6ACF-F7B3-48CC-8C37-84C96413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6191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141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70FCB-B50D-4661-BD84-9A58F5ED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619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[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{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"name": "Acme Models",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"vendor": "customendpoint",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"apiKey": "YOUR_API_KEY",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"apiType": "responses",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"models": [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{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"id": "acme-reasoner-2",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"name": "Acme Reasoner 2",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"url": "https://models.acme.com/v1/responses",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"toolCalling": true,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"vision": true,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"maxInputTokens": 200000,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  "maxOutputTokens": 64000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  }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  ]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0235B-3153-4A16-B1E8-1329EFCB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D9490-D03E-4A57-AEAF-FB5FDCD1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apiType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23FD2-B0E2-4227-B9C4-C6A6A140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Chat Completions, Responses, or Messages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1BEAA-52FF-4512-BB54-B6FC990A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A9826-5451-430C-B38A-3F3269FE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toolCalling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7A042-F5FA-48C7-B454-0179DA8D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43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Required for agent model picker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235E4-1A97-4E0E-B1BD-DA424417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78045-0DD1-4821-AABF-CF39E17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386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C54DC-9EF4-48CE-A722-D173385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48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Allows image input where supported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28033-E6C5-427F-829D-6A6EC848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8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BD5D8-72E5-41F6-BCF2-85D2137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8BDF8"/>
                </a:solidFill>
                <a:latin typeface="Aptos Mono"/>
                <a:ea typeface="Aptos Mono"/>
                <a:cs typeface="Aptos Mono"/>
              </a:rPr>
              <a:t>token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4B445-5DCB-4BF1-AD49-32619943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53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Drive prompt sizing and safe defaults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2842F-EE44-4098-A9C5-AD742878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VS Code docs, Model configuration 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43C30-47BA-4E41-A52B-4AD09D77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21576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7270E-03A4-4A1F-BE64-BCAE33F5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876B683-81A1-4D21-9BC9-73EC342F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F7C152D-1DF7-45FE-9F37-89799DE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PROVIDER EXTENSION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A2C45-339F-447A-8C68-02DF552D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rPr>
              <a:t>Ship a provider extension when model access is a product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F0FB5-E088-4D9F-9EE5-FD63E79E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The Language Model Chat Provider API lets an extension contribute one provider with many models, then own model discovery, requests, and token counting.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0AAA3-488F-433A-A4B1-CD0715A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E0379-CF98-4EC6-A68F-908F133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447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User opens model picker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475B1-A3A0-42A3-9793-E05D813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241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861BD-F0D0-4D02-9BE9-FFA3A8F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1828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VS Code Language Models editor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20E95-A3C8-43AC-9C37-32DA106A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57450"/>
            <a:ext cx="2209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2DDFE-9359-401B-A504-3BC6FFD9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Provider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980D8-9D67-49CB-9875-DA5E8412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73299-244E-4D73-AF24-F224EDC9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828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Model service or local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D52C2-CC84-4A12-BC8E-04400C7C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2897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B53F2-9EFE-4C77-925D-FFAD5C03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2897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D56FD-72CB-40E8-8225-47AFF3D0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2897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68CCB-826B-4453-A747-531434E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B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4D260-C226-4ABD-84D3-6850C2C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337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EEF5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EF5FF"/>
                </a:solidFill>
                <a:latin typeface="Aptos Mono"/>
                <a:ea typeface="Aptos Mono"/>
                <a:cs typeface="Aptos Mono"/>
              </a:rPr>
              <a:t>model info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92A1F-442A-46DB-89AB-C4A03C2C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B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6254C-2A58-4DB7-AF2D-15749BB8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04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EEF5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EF5FF"/>
                </a:solidFill>
                <a:latin typeface="Aptos Mono"/>
                <a:ea typeface="Aptos Mono"/>
                <a:cs typeface="Aptos Mono"/>
              </a:rPr>
              <a:t>stream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B6498-B363-4C8D-ABCE-585304C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4B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B9A09-518F-4691-A0EB-D149E68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EEF5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EF5FF"/>
                </a:solidFill>
                <a:latin typeface="Aptos Mono"/>
                <a:ea typeface="Aptos Mono"/>
                <a:cs typeface="Aptos Mono"/>
              </a:rPr>
              <a:t>token 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9A6C2-B062-4A1E-83D9-39C68DE5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A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6ACDB-8735-4273-824C-6BCC1F7A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24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Use this when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1ADB1-AD58-4344-A9D4-05340E0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API keys, tenant routing, local model startup, dynamic model discovery, or custom billing details need a packaged UX.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5E368-D3E8-43DC-B8C1-16B9FEE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43A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57742-A6D6-4333-A4A9-CC8DF710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Avoid this when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05966-69E5-4370-BB83-F49A0B1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A built-in provider or custom endpoint can already expose the model with static metadata.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BD01F-1110-4F53-B613-A68FFA39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VS Code Language Model Chat Provider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8A9051-C9D5-48EB-BDD8-A9F4FEB1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69449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40577-ACEA-4038-A70A-E74E68F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AB4C0DE-7C50-419E-8A47-BEA96DC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AC5AF5FD-A3E9-4136-A18F-5A3E027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API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3D7AB-177C-4596-9EE9-4D42D1F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VS Code discovers model metadata before it sends a single token.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C3233-8EDC-4012-BF88-65E1C59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The provider contribution point names the vendor; activation registers the provider; the provider returns model info; only then does VS Code route chat requests to a selected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3BE75-9993-4086-A320-9007E4E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5A7DF-E73D-4B47-AA41-82E6DF8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package.json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36359-B46D-4272-B5EC-AED4033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contributes.languageModelChatProviders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1750B-9B8E-4C77-A941-01D078EE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B7EDD-F742-4BEF-8706-35B672D4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D95CC-E239-4E1E-8970-1870F8E2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activate()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7DA2A-3710-4385-979C-87F61910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lm.registerLanguageModelChatProvider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938E9-42C5-4C5C-8BCE-6802A49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E32DE-87EC-468E-8A42-E4AE0232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BF611-851B-42A8-8C5D-99E93E2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information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B388C-E15B-455F-8F99-182FD589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id, name, family, version, token limits,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79C30-94BB-4CCB-854F-1065374B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9FFE5-B214-4A1E-9C58-B4AE61F2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EDF59-4F88-4B90-B07B-D9198D9E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A7CFF-22C6-45DC-B591-8ADCC873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stream fragments, count tokens, honor cancellation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6E592-49F2-4033-A0B5-335D54DF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9029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CBD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094E9-2F82-407C-B450-4B5C28A4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Implementation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7F2E8-964B-4EB5-BC29-66882309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Do not hardcode a single model into a chat participant. Use the model the user selected, or select by vendor/id/family and handle the empty-list case.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795A3-8FA2-4A32-84DD-65129C5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VS Code Provider API and Language Model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2FCBF-0CA1-4DCE-BF12-B5BE8DA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38718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9E78F-E023-4E6A-94BB-E9BAC4EB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D01394C7-CBE5-447C-99A7-8653889B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FA6FE996-BE20-4494-B358-E7ED79A6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SURFACE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37309-E105-4CC8-B984-BEB9CA7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rPr>
              <a:t>Capabilities decide where the added model can actually appear.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2B6B3-7039-4F47-8751-A56A8363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Adding a model is not the same as enabling every AI feature. VS Code distinguishes chat, agent/tool use, image input, utility tasks, and Copilot-dependent completions/embeddings.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FC141-C556-47CA-9211-A0206572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2FE14-CF17-47D6-9776-C6BA1C53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2C162-B104-4928-A628-D48C9BE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0AFE5-BE60-459C-82B8-04E87B35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What to tell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2BB6F-0650-4843-AADD-2A2D57B1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B0A9A-971E-4C59-85E0-F2CAB1E3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34F25-CDDB-43F4-BF73-45F51D7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Model picker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AD5CB-522B-453B-9B4D-6348D487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BYOK and provider extensions can appear here.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2649A-8F90-40B0-9497-AC3B073C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DC266-2A3F-4BD5-BBB8-764E6E0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C7CA6-2056-4B41-B33A-499F7AD6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71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toolCalling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52E74-2B71-437F-B172-8FCFAA5B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Models without tool calling are hidden for agent use.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DBBC4-EFC3-4F29-B38D-BA71385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AC568-450B-4CF3-B5AA-356508C1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6A884-08AE-451B-8C19-47D531D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vision / imageInput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FF170-6F81-427A-A462-242A7C1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Only show image flows when the model declares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3833D-155F-4D5E-BD72-CD3C9B36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BC6DA-F3D7-40E0-8E5C-88A23824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Utility 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CD7A7-A03A-4337-A746-B3E95D34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2C55E"/>
                </a:solidFill>
                <a:latin typeface="Aptos Mono"/>
                <a:ea typeface="Aptos Mono"/>
                <a:cs typeface="Aptos Mono"/>
              </a:rPr>
              <a:t>chat.utilityModel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2C032-BF76-4755-90D9-E40559B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Titles, commit messages, intent detection can be overridden.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176E0-3CE1-4FE1-AA20-1EE4FD7F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4F724-516F-4EAB-97BB-833D52C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Inline suggestions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B382F-BCCD-4EFB-B756-48EEEDF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Copilot service or extension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E7B67-CC41-4F2C-92A9-F7F126D4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29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Local BYOK chat models do not automatically power completions.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2254F-D939-40EC-8022-52CF0026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VS Code docs, language model capabilities and FAQ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35D0C-7611-41B2-842C-6FF51B66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7700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B3EDA-9EE2-4AB2-B8DA-D710AFDA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21CFC51C-4136-4EF1-9B04-DCA95F5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DD58556-941F-4ACC-9B8E-F62E415D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ROLLOUT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199B0-CD14-4B56-AC3C-C02BA35D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production rollout needs more than a model 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59379-FBB9-42D7-8B82-D2FF2F3D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27A"/>
                </a:solidFill>
                <a:latin typeface="Aptos"/>
                <a:ea typeface="Aptos"/>
                <a:cs typeface="Aptos"/>
              </a:rPr>
              <a:t>Treat the model as a managed dependency: define access policy, capability claims, fallback behavior, and user-visible support before publishing broadly.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6245082ed479b"/>
          <a:stretch xmlns:a="http://schemas.openxmlformats.org/drawingml/2006/main"/>
        </p:blipFill>
        <p:spPr>
          <a:xfrm xmlns:a="http://schemas.openxmlformats.org/drawingml/2006/main">
            <a:off x="7715250" y="1740887"/>
            <a:ext cx="3143250" cy="956877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e080144424f36"/>
          <a:stretch xmlns:a="http://schemas.openxmlformats.org/drawingml/2006/main"/>
        </p:blipFill>
        <p:spPr>
          <a:xfrm xmlns:a="http://schemas.openxmlformats.org/drawingml/2006/main">
            <a:off x="7715250" y="4118069"/>
            <a:ext cx="3143250" cy="85071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8DAD3-1519-4A6A-9868-218AB02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EDD40-7C57-4BBA-869A-BE62EA4D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AC25D-1870-4529-BDB1-064FA75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API key storage  |  Enterprise BYOK policy  |  No secrets in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17C1F-CF82-43D7-9A5D-AB1BD93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DDC08-2022-414B-8429-F464C5A1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Capability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2039C-61C5-4C14-A16C-236C3038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Tool calling  |  Vision  |  Token limits  |  Thinking effort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01503-42C4-4D37-8128-6E45D699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1643B-4924-4AAC-A81A-03F6362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6A4E8-2E4A-4026-A45C-04783540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Empty model list  |  Provider outage  |  Restart/reload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14922-1F6D-4CB8-83F5-02435BEA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8A251-B1E6-4DD3-9FE5-BCE3B26D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C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ACC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AA866-F411-4E71-9669-EA307BD8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Chat vs utility tasks  |  Inline suggestion limits  |  Offline expectations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F6C83-806F-4512-B8B0-740CF07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Source: VS Code docs, BYOK and model picker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CDC78-6D48-44CC-AA8B-E9A00555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56334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CA494-0903-4A7F-8F23-75C8539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9AB89DB4-059E-4882-870A-37ABC272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D3A1D00-C129-494C-9710-9D3D27D7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4BF"/>
                </a:solidFill>
                <a:latin typeface="Aptos"/>
                <a:ea typeface="Aptos"/>
                <a:cs typeface="Aptos"/>
              </a:rPr>
              <a:t>DECISION 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9934C-0E58-419D-B790-0016F33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5FF"/>
                </a:solidFill>
                <a:latin typeface="Aptos Display"/>
                <a:ea typeface="Aptos Display"/>
                <a:cs typeface="Aptos Display"/>
              </a:rPr>
              <a:t>Choose the smallest integration that owns the real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00969-CC3B-4358-A63F-8A79B538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The clean implementation path is: configure when possible, extend when necessary, and only build a chat participant when the value is a domain assistant rather than a raw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14800-4EF0-4400-B63A-761344B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552BD-32C0-4EDB-B937-1C086DC3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Is the provider already listed?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D543-222B-4228-88DB-3DC94EC3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01A7D-06BD-4DC3-AB43-74D6187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Use built-in provider +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D5B06-6B56-4CDD-89E8-07BB92C8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965FB-8C84-405A-84DF-B5118AB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Does your endpoint speak a supported API?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4DF49-7531-46FC-BAC0-7ED30EF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6720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6484B-E40A-4790-81C6-3E58FA2E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Use Custom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90D58-9A26-4DCE-A09B-6453323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5BEB9-446C-4925-9F9F-6D5897C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2590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Need packaged auth, discovery, local runtime, or billing UX?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17240-1B19-44AC-ABFC-4B6395CD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38F2E-9967-46AA-9C0F-3095047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2590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5FF"/>
                </a:solidFill>
                <a:latin typeface="Aptos"/>
                <a:ea typeface="Aptos"/>
                <a:cs typeface="Aptos"/>
              </a:rPr>
              <a:t>Build provider extension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0B8D7-6EDD-4CC8-BAD7-562445B3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19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F2F56-1BAA-49ED-83E7-93874066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8132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7F8A8-E681-4C3D-8954-0F3A07C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333750"/>
            <a:ext cx="19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DF4F6-B0B9-4AB0-AB80-0E7FA66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8132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2C331-6844-4F9C-A960-BCB77C8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0"/>
            <a:ext cx="19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2ED6B-266B-4207-8802-D924FB9D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2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94105-3F18-4AB6-9224-3C92A4C6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76900"/>
            <a:ext cx="840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F5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F5FF"/>
                </a:solidFill>
                <a:latin typeface="Aptos"/>
                <a:ea typeface="Aptos"/>
                <a:cs typeface="Aptos"/>
              </a:rPr>
              <a:t>Separate concern: build a Chat Participant when you are adding a domain assistant invoked with @mention, not merely exposing a new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829F7-F9AC-42FE-86E9-DE94BDE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Sources: VS Code Language Models, Provider API, Language Model API, Chat Participant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14FEB-3391-4359-B120-FC48F1C1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A4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1A4B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4060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2026-06-09T11:55:42.9130000Z</dcterms:created>
  <dcterms:modified xsi:type="dcterms:W3CDTF">2026-06-09T11:55:42.9130000Z</dcterms:modified>
</coreProperties>
</file>